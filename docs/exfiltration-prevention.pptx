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669280" cy="5669280"/>
          </a:xfrm>
          <a:prstGeom prst="ellipse">
            <a:avLst/>
          </a:prstGeom>
          <a:solidFill>
            <a:srgbClr val="212C58"/>
          </a:solidFill>
          <a:ln w="12700">
            <a:solidFill>
              <a:srgbClr val="21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731520"/>
            <a:ext cx="3840480" cy="3840480"/>
          </a:xfrm>
          <a:prstGeom prst="ellipse">
            <a:avLst/>
          </a:prstGeom>
          <a:solidFill>
            <a:srgbClr val="1B2549"/>
          </a:solidFill>
          <a:ln w="12700">
            <a:solidFill>
              <a:srgbClr val="1B25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45720"/>
            <a:ext cx="2286000" cy="2286000"/>
          </a:xfrm>
          <a:prstGeom prst="ellipse">
            <a:avLst/>
          </a:prstGeom>
          <a:solidFill>
            <a:srgbClr val="121A38"/>
          </a:solidFill>
          <a:ln w="19050">
            <a:solidFill>
              <a:srgbClr val="27C79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77724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2103120"/>
            <a:ext cx="502920" cy="82296"/>
          </a:xfrm>
          <a:prstGeom prst="rect">
            <a:avLst/>
          </a:prstGeom>
          <a:solidFill>
            <a:srgbClr val="27C79A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18836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7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SECURITY  ·  EXECUTIVE BRIEFING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Security Policies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 Data Exfiltration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2296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data theft over DNS with a layered, default-closed model — </a:t>
            </a:r>
            <a:pPr indent="0" marL="0">
              <a:buNone/>
            </a:pPr>
            <a:r>
              <a:rPr lang="en-US" sz="17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prevent, detect, contain.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Security  |  Reference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2296" cy="1051560"/>
          </a:xfrm>
          <a:prstGeom prst="rect">
            <a:avLst/>
          </a:prstGeom>
          <a:solidFill>
            <a:srgbClr val="27C7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Security Policies Prevent Data Exfiltration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60704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model that turns DNS from an open covert channel into a </a:t>
            </a:r>
            <a:pPr indent="0" marL="0">
              <a:buNone/>
            </a:pPr>
            <a:r>
              <a:rPr lang="en-US" sz="15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default-closed, monitored, self-protecting</a:t>
            </a:r>
            <a:pPr indent="0" marL="0">
              <a:buNone/>
            </a:pPr>
            <a:r>
              <a:rPr lang="en-US" sz="1500" i="1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429000" cy="4224528"/>
          </a:xfrm>
          <a:prstGeom prst="rect">
            <a:avLst/>
          </a:prstGeom>
          <a:solidFill>
            <a:srgbClr val="212C5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82296" cy="4224528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1031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1031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" y="2651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DNS is the exfiltration blind spot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58952" y="34290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encode stolen data into DNS queries. DNS is allowed outbound almost everywhere and rarely inspected — so resolution itself becomes the covert channel.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8952" y="48006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Tunneling — data in subdomains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beaconing &amp; command pull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DGA — thousands of throwaway domains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60520" y="1828800"/>
            <a:ext cx="7516368" cy="749808"/>
          </a:xfrm>
          <a:prstGeom prst="rect">
            <a:avLst/>
          </a:prstGeom>
          <a:solidFill>
            <a:srgbClr val="1B2549"/>
          </a:solidFill>
          <a:ln/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60520" y="1828800"/>
            <a:ext cx="82296" cy="749808"/>
          </a:xfrm>
          <a:prstGeom prst="rect">
            <a:avLst/>
          </a:prstGeom>
          <a:solidFill>
            <a:srgbClr val="27C79A"/>
          </a:solidFill>
          <a:ln/>
        </p:spPr>
      </p:sp>
      <p:sp>
        <p:nvSpPr>
          <p:cNvPr id="14" name="Text 11"/>
          <p:cNvSpPr/>
          <p:nvPr/>
        </p:nvSpPr>
        <p:spPr>
          <a:xfrm>
            <a:off x="4361688" y="18288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4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5029200" y="1975104"/>
            <a:ext cx="457200" cy="457200"/>
          </a:xfrm>
          <a:prstGeom prst="ellipse">
            <a:avLst/>
          </a:prstGeom>
          <a:solidFill>
            <a:srgbClr val="212C5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2093976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69280" y="1883664"/>
            <a:ext cx="5824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all DNS onto one inspected path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 + routing + firewall — no querying rogue resolvers, no DoH/DoT escape.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4160520" y="2697480"/>
            <a:ext cx="7516368" cy="749808"/>
          </a:xfrm>
          <a:prstGeom prst="rect">
            <a:avLst/>
          </a:prstGeom>
          <a:solidFill>
            <a:srgbClr val="1B2549"/>
          </a:solidFill>
          <a:ln/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160520" y="2697480"/>
            <a:ext cx="82296" cy="749808"/>
          </a:xfrm>
          <a:prstGeom prst="rect">
            <a:avLst/>
          </a:prstGeom>
          <a:solidFill>
            <a:srgbClr val="27C79A"/>
          </a:solidFill>
          <a:ln/>
        </p:spPr>
      </p:sp>
      <p:sp>
        <p:nvSpPr>
          <p:cNvPr id="20" name="Text 16"/>
          <p:cNvSpPr/>
          <p:nvPr/>
        </p:nvSpPr>
        <p:spPr>
          <a:xfrm>
            <a:off x="4361688" y="269748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4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Shape 17"/>
          <p:cNvSpPr/>
          <p:nvPr/>
        </p:nvSpPr>
        <p:spPr>
          <a:xfrm>
            <a:off x="5029200" y="2843784"/>
            <a:ext cx="457200" cy="457200"/>
          </a:xfrm>
          <a:prstGeom prst="ellipse">
            <a:avLst/>
          </a:prstGeom>
          <a:solidFill>
            <a:srgbClr val="212C5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2962656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669280" y="2752344"/>
            <a:ext cx="5824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&amp; block known-bad first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Security Policy: only approved domains resolve; threat-intel blocked before allow.</a:t>
            </a:r>
            <a:endParaRPr lang="en-US" sz="1450" dirty="0"/>
          </a:p>
        </p:txBody>
      </p:sp>
      <p:sp>
        <p:nvSpPr>
          <p:cNvPr id="24" name="Shape 19"/>
          <p:cNvSpPr/>
          <p:nvPr/>
        </p:nvSpPr>
        <p:spPr>
          <a:xfrm>
            <a:off x="4160520" y="3566160"/>
            <a:ext cx="7516368" cy="749808"/>
          </a:xfrm>
          <a:prstGeom prst="rect">
            <a:avLst/>
          </a:prstGeom>
          <a:solidFill>
            <a:srgbClr val="1B2549"/>
          </a:solidFill>
          <a:ln/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160520" y="3566160"/>
            <a:ext cx="82296" cy="749808"/>
          </a:xfrm>
          <a:prstGeom prst="rect">
            <a:avLst/>
          </a:prstGeom>
          <a:solidFill>
            <a:srgbClr val="27C79A"/>
          </a:solidFill>
          <a:ln/>
        </p:spPr>
      </p:sp>
      <p:sp>
        <p:nvSpPr>
          <p:cNvPr id="26" name="Text 21"/>
          <p:cNvSpPr/>
          <p:nvPr/>
        </p:nvSpPr>
        <p:spPr>
          <a:xfrm>
            <a:off x="4361688" y="35661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4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7" name="Shape 22"/>
          <p:cNvSpPr/>
          <p:nvPr/>
        </p:nvSpPr>
        <p:spPr>
          <a:xfrm>
            <a:off x="5029200" y="3712464"/>
            <a:ext cx="457200" cy="457200"/>
          </a:xfrm>
          <a:prstGeom prst="ellipse">
            <a:avLst/>
          </a:prstGeom>
          <a:solidFill>
            <a:srgbClr val="212C5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3831336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69280" y="3621024"/>
            <a:ext cx="5824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encrypted traffic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inspection + IDPS stop DNS-over-HTTPS hiding inside allowed 443 sessions.</a:t>
            </a:r>
            <a:endParaRPr lang="en-US" sz="1450" dirty="0"/>
          </a:p>
        </p:txBody>
      </p:sp>
      <p:sp>
        <p:nvSpPr>
          <p:cNvPr id="30" name="Shape 24"/>
          <p:cNvSpPr/>
          <p:nvPr/>
        </p:nvSpPr>
        <p:spPr>
          <a:xfrm>
            <a:off x="4160520" y="4434840"/>
            <a:ext cx="7516368" cy="749808"/>
          </a:xfrm>
          <a:prstGeom prst="rect">
            <a:avLst/>
          </a:prstGeom>
          <a:solidFill>
            <a:srgbClr val="1B2549"/>
          </a:solidFill>
          <a:ln/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160520" y="4434840"/>
            <a:ext cx="82296" cy="749808"/>
          </a:xfrm>
          <a:prstGeom prst="rect">
            <a:avLst/>
          </a:prstGeom>
          <a:solidFill>
            <a:srgbClr val="27C79A"/>
          </a:solidFill>
          <a:ln/>
        </p:spPr>
      </p:sp>
      <p:sp>
        <p:nvSpPr>
          <p:cNvPr id="32" name="Text 26"/>
          <p:cNvSpPr/>
          <p:nvPr/>
        </p:nvSpPr>
        <p:spPr>
          <a:xfrm>
            <a:off x="4361688" y="443484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4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33" name="Shape 27"/>
          <p:cNvSpPr/>
          <p:nvPr/>
        </p:nvSpPr>
        <p:spPr>
          <a:xfrm>
            <a:off x="5029200" y="4581144"/>
            <a:ext cx="457200" cy="457200"/>
          </a:xfrm>
          <a:prstGeom prst="ellipse">
            <a:avLst/>
          </a:prstGeom>
          <a:solidFill>
            <a:srgbClr val="212C58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72" y="4700016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669280" y="4489704"/>
            <a:ext cx="5824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alert on what slips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surfaces tunneling signals — long/random labels, TXT spikes, NXDOMAIN bursts.</a:t>
            </a:r>
            <a:endParaRPr lang="en-US" sz="1450" dirty="0"/>
          </a:p>
        </p:txBody>
      </p:sp>
      <p:sp>
        <p:nvSpPr>
          <p:cNvPr id="36" name="Shape 29"/>
          <p:cNvSpPr/>
          <p:nvPr/>
        </p:nvSpPr>
        <p:spPr>
          <a:xfrm>
            <a:off x="4160520" y="5303520"/>
            <a:ext cx="7516368" cy="749808"/>
          </a:xfrm>
          <a:prstGeom prst="rect">
            <a:avLst/>
          </a:prstGeom>
          <a:solidFill>
            <a:srgbClr val="1B2549"/>
          </a:solidFill>
          <a:ln/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160520" y="5303520"/>
            <a:ext cx="82296" cy="749808"/>
          </a:xfrm>
          <a:prstGeom prst="rect">
            <a:avLst/>
          </a:prstGeom>
          <a:solidFill>
            <a:srgbClr val="27C79A"/>
          </a:solidFill>
          <a:ln/>
        </p:spPr>
      </p:sp>
      <p:sp>
        <p:nvSpPr>
          <p:cNvPr id="38" name="Text 31"/>
          <p:cNvSpPr/>
          <p:nvPr/>
        </p:nvSpPr>
        <p:spPr>
          <a:xfrm>
            <a:off x="4361688" y="530352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4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39" name="Shape 32"/>
          <p:cNvSpPr/>
          <p:nvPr/>
        </p:nvSpPr>
        <p:spPr>
          <a:xfrm>
            <a:off x="5029200" y="5449824"/>
            <a:ext cx="457200" cy="457200"/>
          </a:xfrm>
          <a:prstGeom prst="ellipse">
            <a:avLst/>
          </a:prstGeom>
          <a:solidFill>
            <a:srgbClr val="212C58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072" y="5568696"/>
            <a:ext cx="219456" cy="219456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669280" y="5358384"/>
            <a:ext cx="5824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controls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locks + policy stop attackers disabling the rules to re-open the channel.</a:t>
            </a:r>
            <a:endParaRPr lang="en-US" sz="1450" dirty="0"/>
          </a:p>
        </p:txBody>
      </p:sp>
      <p:sp>
        <p:nvSpPr>
          <p:cNvPr id="42" name="Shape 34"/>
          <p:cNvSpPr/>
          <p:nvPr/>
        </p:nvSpPr>
        <p:spPr>
          <a:xfrm>
            <a:off x="502920" y="6236208"/>
            <a:ext cx="11183112" cy="457200"/>
          </a:xfrm>
          <a:prstGeom prst="rect">
            <a:avLst/>
          </a:prstGeom>
          <a:solidFill>
            <a:srgbClr val="27C79A"/>
          </a:solidFill>
          <a:ln/>
        </p:spPr>
      </p:sp>
      <p:sp>
        <p:nvSpPr>
          <p:cNvPr id="43" name="Text 35"/>
          <p:cNvSpPr/>
          <p:nvPr/>
        </p:nvSpPr>
        <p:spPr>
          <a:xfrm>
            <a:off x="777240" y="62362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 </a:t>
            </a:r>
            <a:pPr indent="0" marL="0">
              <a:buNone/>
            </a:pPr>
            <a:r>
              <a:rPr lang="en-US" sz="1250" dirty="0">
                <a:solidFill>
                  <a:srgbClr val="0C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 attempts are blocked at the source, detected when they slip, and contained — with controls that can't be quietly turned off.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Security Policies Prevent Data Exfiltration</dc:title>
  <dc:subject>PptxGenJS Presentation</dc:subject>
  <dc:creator>Platform Security</dc:creator>
  <cp:lastModifiedBy>Platform Security</cp:lastModifiedBy>
  <cp:revision>1</cp:revision>
  <dcterms:created xsi:type="dcterms:W3CDTF">2026-07-24T12:43:51Z</dcterms:created>
  <dcterms:modified xsi:type="dcterms:W3CDTF">2026-07-24T12:43:51Z</dcterms:modified>
</cp:coreProperties>
</file>